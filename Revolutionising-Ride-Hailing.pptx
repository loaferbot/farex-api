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Revolutionising Ride-Hailing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Addressing user pain points for a seamless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Introduction: The Ride-Hailing Landscape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Online network transport companies have reshaped urban mobility, offering convenience and accessibility. However, challenges persist, impacting user satisfaction and service efficiency.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718691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Unpacking the Problem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1638" y="1752481"/>
            <a:ext cx="6342102" cy="1316117"/>
          </a:xfrm>
          <a:prstGeom prst="roundRect">
            <a:avLst>
              <a:gd name="adj" fmla="val 833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8778" y="1752481"/>
            <a:ext cx="91440" cy="1316117"/>
          </a:xfrm>
          <a:prstGeom prst="roundRect">
            <a:avLst>
              <a:gd name="adj" fmla="val 202960"/>
            </a:avLst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1019175" y="1981438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Fares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9175" y="2509718"/>
            <a:ext cx="581560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Unpredictable pricing, surge charges.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1638" y="3274695"/>
            <a:ext cx="6342102" cy="1316117"/>
          </a:xfrm>
          <a:prstGeom prst="roundRect">
            <a:avLst>
              <a:gd name="adj" fmla="val 833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8778" y="3274695"/>
            <a:ext cx="91440" cy="1316117"/>
          </a:xfrm>
          <a:prstGeom prst="roundRect">
            <a:avLst>
              <a:gd name="adj" fmla="val 202960"/>
            </a:avLst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1019175" y="3503652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Booking Delays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9175" y="4031933"/>
            <a:ext cx="581560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Long waiting times, driver cancellations.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1638" y="4796909"/>
            <a:ext cx="6342102" cy="1316117"/>
          </a:xfrm>
          <a:prstGeom prst="roundRect">
            <a:avLst>
              <a:gd name="adj" fmla="val 8337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8778" y="4796909"/>
            <a:ext cx="91440" cy="1316117"/>
          </a:xfrm>
          <a:prstGeom prst="roundRect">
            <a:avLst>
              <a:gd name="adj" fmla="val 202960"/>
            </a:avLst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19175" y="5025866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User Frustration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19175" y="5554147"/>
            <a:ext cx="5815608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Negative experiences, reduced loyalty.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699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Design Thinking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Empathise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Understanding user needs and frustrations.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Define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Clearly articulating the core problem.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Ideate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Brainstorming innovative solutions.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Prototype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Building tangible solutions.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Gathering feedback, refining ideas.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172" y="481846"/>
            <a:ext cx="6987421" cy="54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Concept: SmartRide Optimisation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3172" y="1379696"/>
            <a:ext cx="134040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new platform feature to address fare volatility and improve booking speed.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172" y="2054185"/>
            <a:ext cx="6488311" cy="64883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36537" y="2014776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pricing transparency.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536537" y="2356485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driver-matching.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6537" y="2698194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demand forecasting.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36537" y="3039904"/>
            <a:ext cx="648831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Enhanced user control.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3068"/>
            <a:ext cx="84758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Prototype: The User Experience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54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mock-ups showcasing the proposed features.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3609499"/>
            <a:ext cx="4221599" cy="27218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460" y="3609499"/>
            <a:ext cx="4221599" cy="27218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510" y="3609499"/>
            <a:ext cx="4221599" cy="2721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87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Testing Our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11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Pilot programme results and user feedback.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42529"/>
            <a:ext cx="3419237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042529"/>
            <a:ext cx="683776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4383048" y="4042529"/>
            <a:ext cx="56935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6093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Fare Reduction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09980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decrease in surge pricing.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35893" y="4042529"/>
            <a:ext cx="3445907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10" name="Shape 8"/>
          <p:cNvSpPr/>
          <p:nvPr/>
        </p:nvSpPr>
        <p:spPr>
          <a:xfrm>
            <a:off x="5235893" y="4042529"/>
            <a:ext cx="1205984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8851821" y="4042529"/>
            <a:ext cx="5426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5893" y="46093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Booking Speed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5893" y="509980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Reduction in estimated waiting time.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77995" y="4042529"/>
            <a:ext cx="3399115" cy="283488"/>
          </a:xfrm>
          <a:prstGeom prst="roundRect">
            <a:avLst>
              <a:gd name="adj" fmla="val 72012"/>
            </a:avLst>
          </a:prstGeom>
          <a:solidFill>
            <a:srgbClr val="CEE6F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77995" y="4042529"/>
            <a:ext cx="3059192" cy="283488"/>
          </a:xfrm>
          <a:prstGeom prst="roundRect">
            <a:avLst>
              <a:gd name="adj" fmla="val 72012"/>
            </a:avLst>
          </a:prstGeom>
          <a:solidFill>
            <a:srgbClr val="84C1FA"/>
          </a:solidFill>
          <a:ln/>
        </p:spPr>
      </p:sp>
      <p:sp>
        <p:nvSpPr>
          <p:cNvPr id="16" name="Text 14"/>
          <p:cNvSpPr/>
          <p:nvPr/>
        </p:nvSpPr>
        <p:spPr>
          <a:xfrm>
            <a:off x="13247132" y="4042529"/>
            <a:ext cx="58947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90%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77995" y="46093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User Satisfaction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77995" y="5099804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Positive feedback on new features.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7178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 tests show promising results, with significant improvements in key metrics.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178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Conclusion: A Smoother Journey Ahead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620351" y="4630698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integrating intelligent systems, we can transform the ride-hailing experience, making it more reliable and affordable for everyone.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375547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986"/>
            <a:ext cx="75476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Scope: Beyond Today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2355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693075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2587466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290530"/>
            <a:ext cx="2934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Sustainable Transport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78094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Integrating electric vehicle fleets and eco-friendly options.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723555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428548" y="2693075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2298" y="238339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2587466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32905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Autonomous Rides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78094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Exploring the potential of self-driving technology integration.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331023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300543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5194935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897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City Integration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638841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connectivity with public transport networks.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5331023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8548" y="5300543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92298" y="499086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6371" y="5194935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897999"/>
            <a:ext cx="29165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Personalised Services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685842" y="638841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Tailoring rides based on user preferences and history.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68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Acknowledgements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to our dedicated team, partners, and users for their invaluable contributions and feedback.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presentation was developed with insights from our product teams and business stakeholders.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2025-12-30T14:25:35Z</dcterms:created>
  <dcterms:modified xsi:type="dcterms:W3CDTF">2025-12-30T14:25:35Z</dcterms:modified>
</cp:coreProperties>
</file>